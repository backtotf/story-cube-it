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59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16A84-529D-23B5-6F7E-42D98C1BE978}" v="32" dt="2026-07-02T15:29:38.490"/>
    <p1510:client id="{BC35A9BE-77CE-D717-83EE-39D66536397C}" v="8" dt="2026-07-02T15:15:33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D55F-D48D-26D5-80E0-61E64084A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D4992-BD9B-CA97-4328-C4261330C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4434C-51C0-FF00-FAA5-DE458D11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240F7-04E2-BE72-63A0-A958B7D6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9E31A-1076-14D9-31CB-41B3D8EA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680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BFC5-D326-18B6-AD13-12DBFB31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4A18-B645-43A2-95DA-DEC7F0089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64A21-FE03-C146-96D0-2C708457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1CFB5-2B8C-8662-2F71-C25534C1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2AEA-0F04-F650-888F-B902BA7B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701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6615-37EE-82BD-5437-D41398DA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1358B-B84E-1A16-E8CF-BFD464A0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DDBD-CE2E-73A1-5EDF-A28347A8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7E92C-0F56-0DEB-0271-C5B00CE6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6C1A-7860-2F5D-A903-6618E8A6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827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D755-D0CC-6562-6496-48EE9134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9A98-DF1B-B742-1040-190A9E43D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9678D-C84B-756B-4C22-D7159AB12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1C20F-0553-7A08-E462-9E3F3E10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6D18-CA15-12FC-C87E-2C835B88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2B566-7747-29A0-F664-404C828A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251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CD27-B735-07F3-E563-624B995B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D774A-48D9-FCC1-376F-B621523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A09E1-E0BD-1858-E90B-A3567482B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07DD3-CFFC-6277-066C-3BFD17CB7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DCFA7-1233-B396-F98B-B9B6CCEDA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FF353-0C2E-FDAB-E8C2-4A352055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BDC8A-F8BE-0DAA-F42E-FB804A9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077F4-0ABA-9A3A-939F-E8CC432C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89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59E9-C48C-E850-9A42-9DD40C52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D7085-4D9D-9A93-DC64-9480CD96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BEC1C-1590-61F4-ADCF-F8A1643A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AC7BA-F90D-459F-A869-1362C163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879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13787-C390-ED19-35F5-7977235D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A5BF7-0E6C-6BC2-F644-9AB9A63B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DB06-729D-91CA-787E-23E4ACEB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932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138F-6691-317D-C52A-69F777F4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44091-5982-8396-DBC3-FA9264A5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4A05-FB02-A0B0-A88B-5B649336A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B0268-C77C-037C-5936-3FC7C008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C4EA8-E34D-AFBB-3016-92035AD8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A31E2-1236-8CAD-4BD3-C506E651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580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7975-9307-A2B5-0C2F-D15118D1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497E1-D83C-72D7-6772-DBDDD60B3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2DD90-BDF2-F4DC-5307-9C116F162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8B1B-D96A-92BC-A9D7-3E89BF8D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4A9D3-8F7A-767D-A863-31568F55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4C4E8-28D0-93A6-CD08-800CDAFF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183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05E4-ADAF-86F9-1B6A-3C015B7E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502F9-03F5-6635-21EB-3965E99AC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65A18-8241-177A-3D48-844BA905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47FA-271D-8901-5470-DADBB3D2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1A01-7BB0-6D47-29E3-99C5343B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888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100AA-D700-B47C-D648-3C281E41B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703C0-7304-CD10-73A5-D540F9FDA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1D4A-789E-C276-E376-E04C30BC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A18A-2818-8F57-13CE-CE4D5DB5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3610-4119-F5A5-D65E-0514C670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299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6CE89-B26A-8A63-0E29-C624CD63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6BC6-04FE-4C59-7A6E-97576858E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E2D4D-DDD2-45AB-93A6-65BDE6630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0CD3-72D8-8B5D-7E71-009CE1F57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9E1DF-40B1-CCD8-61DF-EE91B9040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0E709-F563-4A1C-AEF7-1D7746CEEF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328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0185B1-EFF7-A123-6EF8-499EA9FC0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" y="0"/>
            <a:ext cx="9973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2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3FF51-A628-3717-6F96-0AB73D35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8ACBF-8EDA-2202-3B3C-5E84F778A4AB}"/>
              </a:ext>
            </a:extLst>
          </p:cNvPr>
          <p:cNvSpPr txBox="1"/>
          <p:nvPr/>
        </p:nvSpPr>
        <p:spPr>
          <a:xfrm>
            <a:off x="346201" y="2875002"/>
            <a:ext cx="96436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accent2"/>
                </a:solidFill>
              </a:rPr>
              <a:t>IL PROGETTO</a:t>
            </a:r>
            <a:endParaRPr lang="it-IT" sz="6600" b="1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8192D-0361-02D6-7182-805E93711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476" y="633711"/>
            <a:ext cx="4531806" cy="5927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A3433B-A691-0CBD-F2E6-67C63CDC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1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8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D328E-9DE1-B66D-F759-4DFDB930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2480D-3EA5-28B3-0067-323EA633074F}"/>
              </a:ext>
            </a:extLst>
          </p:cNvPr>
          <p:cNvSpPr txBox="1"/>
          <p:nvPr/>
        </p:nvSpPr>
        <p:spPr>
          <a:xfrm>
            <a:off x="2672900" y="2153331"/>
            <a:ext cx="7755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accent2"/>
                </a:solidFill>
              </a:rPr>
              <a:t>TITOLO DEL GIOCO</a:t>
            </a:r>
            <a:endParaRPr lang="it-IT" sz="6600" b="1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55285-0FC0-0EF3-1A01-B6FA89B6FDF9}"/>
              </a:ext>
            </a:extLst>
          </p:cNvPr>
          <p:cNvSpPr txBox="1"/>
          <p:nvPr/>
        </p:nvSpPr>
        <p:spPr>
          <a:xfrm>
            <a:off x="5030400" y="3429000"/>
            <a:ext cx="274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NOME – DEGLI -  AUTORI </a:t>
            </a:r>
            <a:endParaRPr lang="it-IT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FDEBF-0788-C20F-65E0-3338156A7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248" y="1716270"/>
            <a:ext cx="3797816" cy="4849378"/>
          </a:xfrm>
          <a:prstGeom prst="rect">
            <a:avLst/>
          </a:prstGeom>
        </p:spPr>
      </p:pic>
      <p:pic>
        <p:nvPicPr>
          <p:cNvPr id="7" name="Picture 6" descr="A logo with orange triangles&#10;&#10;AI-generated content may be incorrect.">
            <a:extLst>
              <a:ext uri="{FF2B5EF4-FFF2-40B4-BE49-F238E27FC236}">
                <a16:creationId xmlns:a16="http://schemas.microsoft.com/office/drawing/2014/main" id="{B77BF4F1-96E8-768C-73D5-47359DD5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0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70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02462-149E-8979-A70F-020602DB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4CFD6-75D2-F2FA-7C44-882227FCC6F0}"/>
              </a:ext>
            </a:extLst>
          </p:cNvPr>
          <p:cNvSpPr txBox="1"/>
          <p:nvPr/>
        </p:nvSpPr>
        <p:spPr>
          <a:xfrm>
            <a:off x="277960" y="2967335"/>
            <a:ext cx="8413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1">
                    <a:lumMod val="65000"/>
                    <a:lumOff val="35000"/>
                  </a:schemeClr>
                </a:solidFill>
              </a:rPr>
              <a:t>COSA PORTIAMO A CASA</a:t>
            </a:r>
            <a:endParaRPr lang="it-IT" sz="5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F2108-485A-58AA-5A36-C18A4811D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85" y="1383275"/>
            <a:ext cx="10532815" cy="5126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40584-AE90-B572-C911-7D0431EB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1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5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8104A-5D29-8970-7DD2-8EC89762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EBAC0C-85F6-1072-DC29-699AD323BABC}"/>
              </a:ext>
            </a:extLst>
          </p:cNvPr>
          <p:cNvSpPr txBox="1"/>
          <p:nvPr/>
        </p:nvSpPr>
        <p:spPr>
          <a:xfrm>
            <a:off x="2744787" y="3137353"/>
            <a:ext cx="724737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600" b="1">
                <a:solidFill>
                  <a:schemeClr val="accent2"/>
                </a:solidFill>
              </a:rPr>
              <a:t>GRAZIE PER AVER PARTECIPATO</a:t>
            </a:r>
            <a:endParaRPr lang="it-IT" sz="6600" b="1">
              <a:solidFill>
                <a:schemeClr val="accent2"/>
              </a:solidFill>
            </a:endParaRPr>
          </a:p>
        </p:txBody>
      </p:sp>
      <p:pic>
        <p:nvPicPr>
          <p:cNvPr id="4" name="Picture 3" descr="A logo with orange triangles&#10;&#10;AI-generated content may be incorrect.">
            <a:extLst>
              <a:ext uri="{FF2B5EF4-FFF2-40B4-BE49-F238E27FC236}">
                <a16:creationId xmlns:a16="http://schemas.microsoft.com/office/drawing/2014/main" id="{E3B155E3-42DD-9810-415F-2E293B51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34" r="73" b="28148"/>
          <a:stretch>
            <a:fillRect/>
          </a:stretch>
        </p:blipFill>
        <p:spPr>
          <a:xfrm>
            <a:off x="1385243" y="130629"/>
            <a:ext cx="9000606" cy="300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5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Pandolfo Giorgia</dc:creator>
  <cp:revision>2</cp:revision>
  <dcterms:created xsi:type="dcterms:W3CDTF">2026-07-02T08:17:01Z</dcterms:created>
  <dcterms:modified xsi:type="dcterms:W3CDTF">2026-07-16T13:04:38Z</dcterms:modified>
</cp:coreProperties>
</file>