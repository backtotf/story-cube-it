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695" autoAdjust="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732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326880" y="-822960"/>
            <a:ext cx="4114800" cy="4114800"/>
          </a:xfrm>
          <a:prstGeom prst="ellipse">
            <a:avLst/>
          </a:prstGeom>
          <a:solidFill>
            <a:srgbClr val="FF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97280" y="4754880"/>
            <a:ext cx="3840480" cy="3840480"/>
          </a:xfrm>
          <a:prstGeom prst="ellipse">
            <a:avLst/>
          </a:prstGeom>
          <a:solidFill>
            <a:srgbClr val="FFE4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82828"/>
                </a:solidFill>
              </a:defRPr>
            </a:pPr>
            <a:r>
              <a:t>Story Cube - I&amp;D Edition</a:t>
            </a:r>
          </a:p>
          <a:p>
            <a:pPr>
              <a:defRPr sz="1800">
                <a:solidFill>
                  <a:srgbClr val="6E6E6E"/>
                </a:solidFill>
              </a:defRPr>
            </a:pPr>
            <a:r>
              <a:t>Presentazione rapida per call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74519"/>
            <a:ext cx="3154680" cy="502920"/>
          </a:xfrm>
          <a:prstGeom prst="round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Inclusion &amp; Diversity in pratica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77639" y="1874519"/>
            <a:ext cx="2560320" cy="502920"/>
          </a:xfrm>
          <a:prstGeom prst="roundRect">
            <a:avLst/>
          </a:prstGeom>
          <a:solidFill>
            <a:srgbClr val="F54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Gameplay collaborativo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1874519"/>
            <a:ext cx="3017520" cy="502920"/>
          </a:xfrm>
          <a:prstGeom prst="round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Multiplayer con Supabase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97480"/>
            <a:ext cx="106070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Un gioco narrativo che rende l'inclusione visibile, misurabile e coinvolgente.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Output utile per retrospettive, workshop e formazione team.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326880" y="-822960"/>
            <a:ext cx="4114800" cy="4114800"/>
          </a:xfrm>
          <a:prstGeom prst="ellipse">
            <a:avLst/>
          </a:prstGeom>
          <a:solidFill>
            <a:srgbClr val="FF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97280" y="4754880"/>
            <a:ext cx="3840480" cy="3840480"/>
          </a:xfrm>
          <a:prstGeom prst="ellipse">
            <a:avLst/>
          </a:prstGeom>
          <a:solidFill>
            <a:srgbClr val="FFE4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82828"/>
                </a:solidFill>
              </a:defRPr>
            </a:pPr>
            <a:r>
              <a:t>Perche usarlo</a:t>
            </a:r>
          </a:p>
          <a:p>
            <a:pPr>
              <a:defRPr sz="1800">
                <a:solidFill>
                  <a:srgbClr val="6E6E6E"/>
                </a:solidFill>
              </a:defRPr>
            </a:pPr>
            <a:r>
              <a:t>Dal concetto all'esperienza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7899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L'inclusione non e teoria: emerge da come si collabora.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Story Cube valorizza prospettive diverse in tempo reale.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Ogni contributo viene riconosciuto e trasformato in insight.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326880" y="-822960"/>
            <a:ext cx="4114800" cy="4114800"/>
          </a:xfrm>
          <a:prstGeom prst="ellipse">
            <a:avLst/>
          </a:prstGeom>
          <a:solidFill>
            <a:srgbClr val="FF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97280" y="4754880"/>
            <a:ext cx="3840480" cy="3840480"/>
          </a:xfrm>
          <a:prstGeom prst="ellipse">
            <a:avLst/>
          </a:prstGeom>
          <a:solidFill>
            <a:srgbClr val="FFE4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82828"/>
                </a:solidFill>
              </a:defRPr>
            </a:pPr>
            <a:r>
              <a:t>Flusso di gioco</a:t>
            </a:r>
          </a:p>
          <a:p>
            <a:pPr>
              <a:defRPr sz="1800">
                <a:solidFill>
                  <a:srgbClr val="6E6E6E"/>
                </a:solidFill>
              </a:defRPr>
            </a:pPr>
            <a:r>
              <a:t>Semplice, rapido, memorabile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214884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82828"/>
                </a:solidFill>
              </a:defRPr>
            </a:pPr>
            <a:r>
              <a:t>1. Setup giocatori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99232" y="2286000"/>
            <a:ext cx="214884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4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82828"/>
                </a:solidFill>
              </a:defRPr>
            </a:pPr>
            <a:r>
              <a:t>2. Scelta nickname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66944" y="2286000"/>
            <a:ext cx="214884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82828"/>
                </a:solidFill>
              </a:defRPr>
            </a:pPr>
            <a:r>
              <a:t>3. Lancio dado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34656" y="2286000"/>
            <a:ext cx="214884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4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82828"/>
                </a:solidFill>
              </a:defRPr>
            </a:pPr>
            <a:r>
              <a:t>4. Costruzione storia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02368" y="2286000"/>
            <a:ext cx="214884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82828"/>
                </a:solidFill>
              </a:defRPr>
            </a:pPr>
            <a:r>
              <a:t>5. Profili finali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326880" y="-822960"/>
            <a:ext cx="4114800" cy="4114800"/>
          </a:xfrm>
          <a:prstGeom prst="ellipse">
            <a:avLst/>
          </a:prstGeom>
          <a:solidFill>
            <a:srgbClr val="FF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97280" y="4754880"/>
            <a:ext cx="3840480" cy="3840480"/>
          </a:xfrm>
          <a:prstGeom prst="ellipse">
            <a:avLst/>
          </a:prstGeom>
          <a:solidFill>
            <a:srgbClr val="FFE4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82828"/>
                </a:solidFill>
              </a:defRPr>
            </a:pPr>
            <a:r>
              <a:t>Cosa lo rende forte</a:t>
            </a:r>
          </a:p>
          <a:p>
            <a:pPr>
              <a:defRPr sz="1800">
                <a:solidFill>
                  <a:srgbClr val="6E6E6E"/>
                </a:solidFill>
              </a:defRPr>
            </a:pPr>
            <a:r>
              <a:t>Feature principali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120640" cy="17373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82828"/>
                </a:solidFill>
              </a:defRPr>
            </a:pPr>
            <a:r>
              <a:t>Storytelling guidato</a:t>
            </a:r>
          </a:p>
          <a:p>
            <a:pPr>
              <a:defRPr sz="1400">
                <a:solidFill>
                  <a:srgbClr val="6E6E6E"/>
                </a:solidFill>
              </a:defRPr>
            </a:pPr>
            <a:r>
              <a:t>Prompt tech + I&amp;D per contributi concreti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28800"/>
            <a:ext cx="5120640" cy="17373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F54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82828"/>
                </a:solidFill>
              </a:defRPr>
            </a:pPr>
            <a:r>
              <a:t>Scoring multidimensionale</a:t>
            </a:r>
          </a:p>
          <a:p>
            <a:pPr>
              <a:defRPr sz="1400">
                <a:solidFill>
                  <a:srgbClr val="6E6E6E"/>
                </a:solidFill>
              </a:defRPr>
            </a:pPr>
            <a:r>
              <a:t>Creativita, coerenza, inclusivita, collaborazione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86200"/>
            <a:ext cx="5120640" cy="17373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82828"/>
                </a:solidFill>
              </a:defRPr>
            </a:pPr>
            <a:r>
              <a:t>Archetipi finali</a:t>
            </a:r>
          </a:p>
          <a:p>
            <a:pPr>
              <a:defRPr sz="1400">
                <a:solidFill>
                  <a:srgbClr val="6E6E6E"/>
                </a:solidFill>
              </a:defRPr>
            </a:pPr>
            <a:r>
              <a:t>Profilo personale e lettura dinamiche di team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886200"/>
            <a:ext cx="5120640" cy="17373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F54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82828"/>
                </a:solidFill>
              </a:defRPr>
            </a:pPr>
            <a:r>
              <a:t>Sessioni multiplayer</a:t>
            </a:r>
          </a:p>
          <a:p>
            <a:pPr>
              <a:defRPr sz="1400">
                <a:solidFill>
                  <a:srgbClr val="6E6E6E"/>
                </a:solidFill>
              </a:defRPr>
            </a:pPr>
            <a:r>
              <a:t>Stanze condivise con persistenza Supabase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326880" y="-822960"/>
            <a:ext cx="4114800" cy="4114800"/>
          </a:xfrm>
          <a:prstGeom prst="ellipse">
            <a:avLst/>
          </a:prstGeom>
          <a:solidFill>
            <a:srgbClr val="FF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97280" y="4754880"/>
            <a:ext cx="3840480" cy="3840480"/>
          </a:xfrm>
          <a:prstGeom prst="ellipse">
            <a:avLst/>
          </a:prstGeom>
          <a:solidFill>
            <a:srgbClr val="FFE4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82828"/>
                </a:solidFill>
              </a:defRPr>
            </a:pPr>
            <a:r>
              <a:t>Schermata Setup</a:t>
            </a:r>
          </a:p>
          <a:p>
            <a:pPr>
              <a:defRPr sz="1800">
                <a:solidFill>
                  <a:srgbClr val="6E6E6E"/>
                </a:solidFill>
              </a:defRPr>
            </a:pPr>
            <a:r>
              <a:t>Configurazione partita e modalita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45920"/>
            <a:ext cx="10972800" cy="4800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etup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0" y="1874519"/>
            <a:ext cx="644652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326880" y="-822960"/>
            <a:ext cx="4114800" cy="4114800"/>
          </a:xfrm>
          <a:prstGeom prst="ellipse">
            <a:avLst/>
          </a:prstGeom>
          <a:solidFill>
            <a:srgbClr val="FF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97280" y="4754880"/>
            <a:ext cx="3840480" cy="3840480"/>
          </a:xfrm>
          <a:prstGeom prst="ellipse">
            <a:avLst/>
          </a:prstGeom>
          <a:solidFill>
            <a:srgbClr val="FFE4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82828"/>
                </a:solidFill>
              </a:defRPr>
            </a:pPr>
            <a:r>
              <a:t>Schermata Nickname</a:t>
            </a:r>
          </a:p>
          <a:p>
            <a:pPr>
              <a:defRPr sz="1800">
                <a:solidFill>
                  <a:srgbClr val="6E6E6E"/>
                </a:solidFill>
              </a:defRPr>
            </a:pPr>
            <a:r>
              <a:t>Identita giocatori e avvio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45920"/>
            <a:ext cx="10972800" cy="4800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nickname_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0" y="1874519"/>
            <a:ext cx="644652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326880" y="-822960"/>
            <a:ext cx="4114800" cy="4114800"/>
          </a:xfrm>
          <a:prstGeom prst="ellipse">
            <a:avLst/>
          </a:prstGeom>
          <a:solidFill>
            <a:srgbClr val="FF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97280" y="4754880"/>
            <a:ext cx="3840480" cy="3840480"/>
          </a:xfrm>
          <a:prstGeom prst="ellipse">
            <a:avLst/>
          </a:prstGeom>
          <a:solidFill>
            <a:srgbClr val="FFE4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82828"/>
                </a:solidFill>
              </a:defRPr>
            </a:pPr>
            <a:r>
              <a:t>Schermata Gioco</a:t>
            </a:r>
          </a:p>
          <a:p>
            <a:pPr>
              <a:defRPr sz="1800">
                <a:solidFill>
                  <a:srgbClr val="6E6E6E"/>
                </a:solidFill>
              </a:defRPr>
            </a:pPr>
            <a:r>
              <a:t>Contributi, fasi e collaborazione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45920"/>
            <a:ext cx="10972800" cy="4800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gaming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0" y="1874519"/>
            <a:ext cx="644652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326880" y="-822960"/>
            <a:ext cx="4114800" cy="4114800"/>
          </a:xfrm>
          <a:prstGeom prst="ellipse">
            <a:avLst/>
          </a:prstGeom>
          <a:solidFill>
            <a:srgbClr val="FF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97280" y="4754880"/>
            <a:ext cx="3840480" cy="3840480"/>
          </a:xfrm>
          <a:prstGeom prst="ellipse">
            <a:avLst/>
          </a:prstGeom>
          <a:solidFill>
            <a:srgbClr val="FFE4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82828"/>
                </a:solidFill>
              </a:defRPr>
            </a:pPr>
            <a:r>
              <a:t>Schermata Risultati</a:t>
            </a:r>
          </a:p>
          <a:p>
            <a:pPr>
              <a:defRPr sz="1800">
                <a:solidFill>
                  <a:srgbClr val="6E6E6E"/>
                </a:solidFill>
              </a:defRPr>
            </a:pPr>
            <a:r>
              <a:t>Archetipi, insight e chiusura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45920"/>
            <a:ext cx="10972800" cy="4800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results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0" y="1874519"/>
            <a:ext cx="644652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326880" y="-822960"/>
            <a:ext cx="4114800" cy="4114800"/>
          </a:xfrm>
          <a:prstGeom prst="ellipse">
            <a:avLst/>
          </a:prstGeom>
          <a:solidFill>
            <a:srgbClr val="FF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97280" y="4754880"/>
            <a:ext cx="3840480" cy="3840480"/>
          </a:xfrm>
          <a:prstGeom prst="ellipse">
            <a:avLst/>
          </a:prstGeom>
          <a:solidFill>
            <a:srgbClr val="FFE4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82828"/>
                </a:solidFill>
              </a:defRPr>
            </a:pPr>
            <a:r>
              <a:t>Per la call</a:t>
            </a:r>
          </a:p>
          <a:p>
            <a:pPr>
              <a:defRPr sz="1800">
                <a:solidFill>
                  <a:srgbClr val="6E6E6E"/>
                </a:solidFill>
              </a:defRPr>
            </a:pPr>
            <a:r>
              <a:t>Scelta formato in base al tempo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1060704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Versione short: 5 minuti con questo deck.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Versione light: walkthrough README se il focus e tecnico.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Possibile step successivo: demo live con una mini sessione.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892040"/>
            <a:ext cx="3840480" cy="502920"/>
          </a:xfrm>
          <a:prstGeom prst="round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Bianco + Arancio + Arancio/Rosso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4892040"/>
            <a:ext cx="3200400" cy="502920"/>
          </a:xfrm>
          <a:prstGeom prst="roundRect">
            <a:avLst/>
          </a:prstGeom>
          <a:solidFill>
            <a:srgbClr val="F54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Minimal ma coinvolgente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5fae8262-b78e-4366-8929-a5d6aac95320}" enabled="1" method="Standard" siteId="{cf36141c-ddd7-45a7-b073-111f66d0b30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223</Words>
  <Application>Microsoft Office PowerPoint</Application>
  <PresentationFormat>Widescreen</PresentationFormat>
  <Paragraphs>44</Paragraphs>
  <Slides>9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Ciro Andreano</cp:lastModifiedBy>
  <cp:revision>1</cp:revision>
  <dcterms:created xsi:type="dcterms:W3CDTF">2013-01-27T09:14:16Z</dcterms:created>
  <dcterms:modified xsi:type="dcterms:W3CDTF">2026-06-19T14:32:46Z</dcterms:modified>
  <cp:category/>
</cp:coreProperties>
</file>